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1A2E"/>
                </a:solidFill>
                <a:latin typeface="Cambria"/>
              </a:defRPr>
            </a:pPr>
            <a:r>
              <a:rPr sz="1600" b="0" i="0" u="none" strike="noStrike">
                <a:solidFill>
                  <a:srgbClr val="1F1A2E"/>
                </a:solidFill>
                <a:latin typeface="Cambria"/>
              </a:rPr>
              <a:t>Report elements by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04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Charts</c:v>
                  </c:pt>
                  <c:pt idx="1">
                    <c:v>Slicers</c:v>
                  </c:pt>
                  <c:pt idx="2">
                    <c:v>KPI cards</c:v>
                  </c:pt>
                  <c:pt idx="3">
                    <c:v>Nav buttons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10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is an interactive Power BI report on sales and revenue performance, built from an e-commerce dataset with orders, customers, products, payments and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E-commerce data sits in many tables. The goal was to bring it into one report that anyone can filter and explore.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business questions that raw tables cannot answer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guided the design of the dashboard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tables: four transactional, four master-data, one date table for time intelligence and one seller summary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 from data to insight, all done in Power BI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page links to four analysis pages. The chart on the right counts every card, slicer, chart and button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KPI cards on the Home page summarise the whole business before the user dives into any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Performance page: four slicers and four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page covers satisfaction, payment behaviour, geography and order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page also carries a Smart Narrative that writes a short summary of the top categories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Seventeen measures drive every card and chart. Time-intelligence measures were checked on a dedicated DAX Validation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AI features are already in the report. Anomaly detection and drill-through are planned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conclusion: the project puts ten tables, seventeen measures and thirteen visuals behind one navigation layer, and answers questions on revenue, customers, products and review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improvements to make the dashboard more interactive and ready to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4630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Revenue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for sales, customers, products and AI-driven insights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Harshit Pandey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52578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53309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533095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52578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6200" y="53309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533095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52578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533095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533095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172200" y="269748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069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&amp; time intelligence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172200" y="388620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069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50749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554480" y="5257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172200" y="50749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7178040" y="5257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business records every order, payment, review, customer, seller and product in separate tables. Reading them one by one hides the bigger picture.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connects all of them in one Power BI model and presents the story through interactive pages: revenue and growth, customers, products, and AI-powered insights.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75120" y="15087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1847088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1" y="201350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181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related tables in a single report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75120" y="306324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49440" y="3401568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1" y="356798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1812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slicers filter every page instantly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75120" y="461772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49440" y="4956048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5122469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18120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818120" y="5303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influencers, smart narrative, forecasting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6471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7452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 scattered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87452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payments, reviews and products live in different tables.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06471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hard to see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view of revenue trend, forecast or year-over-year change.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0624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3964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4206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is unclear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874520" y="5029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obvious which orders or customers end up with low reviews.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396435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4206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decisions lack evidence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5029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revenue, price and ratings are not compared side by side.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071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orders and freight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172200" y="15087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0071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0920" y="16916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year-over-year growth with DAX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0632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338328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356158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37360" y="32461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customers and repeat buying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172200" y="30632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46520" y="338328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356158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60920" y="32461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 by revenue, price and rating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548640" y="461772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22960" y="493776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5116068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37360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drivers of low reviews using AI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6172200" y="461772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446520" y="4937760"/>
            <a:ext cx="685800" cy="6858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511606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60920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easy navigation with slicers and buttons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data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81225"/>
          </a:solidFill>
          <a:ln w="12700">
            <a:solidFill>
              <a:srgbClr val="18122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orders, payments, reviews, customers, sellers and products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150876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86200" y="1783080"/>
            <a:ext cx="256032" cy="256032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1709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680960" y="150876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0" y="1783080"/>
            <a:ext cx="256032" cy="256032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709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11880" y="388620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86200" y="4160520"/>
            <a:ext cx="256032" cy="25603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97680" y="4087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intelligence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663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680960" y="388620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955280" y="4160520"/>
            <a:ext cx="256032" cy="256032"/>
          </a:xfrm>
          <a:prstGeom prst="ellipse">
            <a:avLst/>
          </a:prstGeom>
          <a:solidFill>
            <a:srgbClr val="F6B042"/>
          </a:solidFill>
          <a:ln w="12700">
            <a:solidFill>
              <a:srgbClr val="F6B04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4087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4663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Seller_Sales_Summary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and tools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965960" y="2148840"/>
            <a:ext cx="1463040" cy="0"/>
          </a:xfrm>
          <a:prstGeom prst="line">
            <a:avLst/>
          </a:prstGeom>
          <a:noFill/>
          <a:ln w="25400">
            <a:solidFill>
              <a:srgbClr val="E4DFEE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051560" y="1691640"/>
            <a:ext cx="914400" cy="9144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92938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data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tables and relate them in a single model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00600" y="2148840"/>
            <a:ext cx="1463040" cy="0"/>
          </a:xfrm>
          <a:prstGeom prst="line">
            <a:avLst/>
          </a:prstGeom>
          <a:noFill/>
          <a:ln w="25400">
            <a:solidFill>
              <a:srgbClr val="E4DFEE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3886200" y="1691640"/>
            <a:ext cx="914400" cy="91440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192938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832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DAX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33756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17 measures incl. time intelligence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635240" y="2148840"/>
            <a:ext cx="1463040" cy="0"/>
          </a:xfrm>
          <a:prstGeom prst="line">
            <a:avLst/>
          </a:prstGeom>
          <a:noFill/>
          <a:ln w="25400">
            <a:solidFill>
              <a:srgbClr val="E4DFEE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6720840" y="1691640"/>
            <a:ext cx="914400" cy="91440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192938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pages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17220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pages with charts, cards and slicers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55480" y="1691640"/>
            <a:ext cx="914400" cy="91440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4" y="192938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5256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05256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AI and validate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00684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influencers, smart narrative, forecasting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5257800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48640" y="52578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2724912" y="525780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724912" y="52578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593592" y="5257800"/>
            <a:ext cx="1892808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593592" y="525780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669280" y="5257800"/>
            <a:ext cx="1892808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669280" y="525780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Narrative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7744968" y="525780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744968" y="52578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9418320" y="5257800"/>
            <a:ext cx="2395728" cy="457200"/>
          </a:xfrm>
          <a:prstGeom prst="roundRect">
            <a:avLst>
              <a:gd name="adj" fmla="val 5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418320" y="5257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Whisker visual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structure: 5 pages, 36 visuals and controls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554480" y="2057400"/>
            <a:ext cx="1097280" cy="1645920"/>
          </a:xfrm>
          <a:prstGeom prst="line">
            <a:avLst/>
          </a:prstGeom>
          <a:noFill/>
          <a:ln w="25400">
            <a:solidFill>
              <a:srgbClr val="E4DF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H="1">
            <a:off x="2651760" y="2057400"/>
            <a:ext cx="2011680" cy="1645920"/>
          </a:xfrm>
          <a:prstGeom prst="line">
            <a:avLst/>
          </a:prstGeom>
          <a:noFill/>
          <a:ln w="25400">
            <a:solidFill>
              <a:srgbClr val="E4DF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554480" y="3703320"/>
            <a:ext cx="1097280" cy="1325880"/>
          </a:xfrm>
          <a:prstGeom prst="line">
            <a:avLst/>
          </a:prstGeom>
          <a:noFill/>
          <a:ln w="25400">
            <a:solidFill>
              <a:srgbClr val="E4DF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 flipV="1">
            <a:off x="2651760" y="3703320"/>
            <a:ext cx="2011680" cy="1325880"/>
          </a:xfrm>
          <a:prstGeom prst="line">
            <a:avLst/>
          </a:prstGeom>
          <a:noFill/>
          <a:ln w="25400">
            <a:solidFill>
              <a:srgbClr val="E4DF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600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0" y="16002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65760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48640" y="4572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0" y="45720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657600" y="4572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874520" y="32461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74520" y="3246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2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09360" y="1508760"/>
          <a:ext cx="5349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309360" y="5577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DAX Validation page is kept only for testing the measures.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page: 9 KPIs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items sold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43400" y="15087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20409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Customers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4406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38160" y="15087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0409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Sold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across all orders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5954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16459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4340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17720" y="3429000"/>
            <a:ext cx="640080" cy="64008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141" y="359542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4068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Customers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544068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bought again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13816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12480" y="342900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1" y="359542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3544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Freight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923544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on orders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548640" y="46177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1" y="5149901"/>
            <a:ext cx="307238" cy="30723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645920" y="4892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</a:t>
            </a:r>
            <a:endParaRPr lang="en-US" sz="1700" dirty="0"/>
          </a:p>
        </p:txBody>
      </p:sp>
      <p:sp>
        <p:nvSpPr>
          <p:cNvPr id="40" name="Text 30"/>
          <p:cNvSpPr txBox="1"/>
          <p:nvPr/>
        </p:nvSpPr>
        <p:spPr>
          <a:xfrm>
            <a:off x="1645920" y="5394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4343400" y="46177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617720" y="4983480"/>
            <a:ext cx="640080" cy="64008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141" y="5149901"/>
            <a:ext cx="307238" cy="30723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5440680" y="4892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Orders</a:t>
            </a:r>
            <a:endParaRPr lang="en-US" sz="1700" dirty="0"/>
          </a:p>
        </p:txBody>
      </p:sp>
      <p:sp>
        <p:nvSpPr>
          <p:cNvPr id="45" name="Text 34"/>
          <p:cNvSpPr txBox="1"/>
          <p:nvPr/>
        </p:nvSpPr>
        <p:spPr>
          <a:xfrm>
            <a:off x="5440680" y="5394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that reached the customer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8138160" y="46177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8412480" y="498348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8901" y="5149901"/>
            <a:ext cx="307238" cy="30723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235440" y="4892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Incl. Freight</a:t>
            </a:r>
            <a:endParaRPr lang="en-US" sz="1700" dirty="0"/>
          </a:p>
        </p:txBody>
      </p:sp>
      <p:sp>
        <p:nvSpPr>
          <p:cNvPr id="50" name="Text 38"/>
          <p:cNvSpPr txBox="1"/>
          <p:nvPr/>
        </p:nvSpPr>
        <p:spPr>
          <a:xfrm>
            <a:off x="9235440" y="5394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plus freight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691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Over 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743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date, extended with a forecast line.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0" y="15087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737360"/>
            <a:ext cx="548640" cy="54864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246" y="18800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1691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Order Status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43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sit in each status.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574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State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Top 5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states ranked by revenue.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0" y="38862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0" y="411480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46" y="425744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YoY Growth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800600" y="4800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4800600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with year-over-year growth %.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732520" y="150876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181225"/>
          </a:solidFill>
          <a:ln w="12700">
            <a:solidFill>
              <a:srgbClr val="18122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9611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96112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Quarter  ·  Month  ·  Order status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89611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answered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8961120" y="34747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revenue trending and where is it heading?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growing year over year?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earn the most?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7909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09928"/>
            <a:ext cx="603504" cy="603504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1866839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18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Score Distribution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reviews for each score.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670048"/>
            <a:ext cx="7909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2871216"/>
            <a:ext cx="603504" cy="603504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" y="3028127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2779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Payment Type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27614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orders by payment method.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31336"/>
            <a:ext cx="7909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032504"/>
            <a:ext cx="603504" cy="603504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" y="4189415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3941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Distribution by State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4398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392277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per state, shaded by repeat-customer %.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992624"/>
            <a:ext cx="7909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193792"/>
            <a:ext cx="603504" cy="603504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350703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102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Order Value by Review Score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whisker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120640" y="50840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order value across review scores.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732520" y="150876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181225"/>
          </a:solidFill>
          <a:ln w="12700">
            <a:solidFill>
              <a:srgbClr val="18122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9611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96112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Customer city  ·  Payment type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89611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answered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8961120" y="34747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satisfied are our customers?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pay?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customers and repeat buyers live?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Sales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691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Share by Category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743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category's share of total revenue.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0" y="15087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737360"/>
            <a:ext cx="548640" cy="54864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246" y="18800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1691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Best-Selling Categories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423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43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ranked by items sold.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574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Sales Volume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· Top 10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against items sold; bubble size = revenue.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0" y="38862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0" y="4114800"/>
            <a:ext cx="548640" cy="5486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46" y="425744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of Top Sellers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800600" y="4800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Top 10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4800600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of best-selling categories.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732520" y="150876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181225"/>
          </a:solidFill>
          <a:ln w="12700">
            <a:solidFill>
              <a:srgbClr val="18122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9611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96112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Product category  ·  Customer state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89611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answered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8961120" y="34747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earn and sell the most?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higher price lower sales volume?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best sellers also well rated?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and time intelligence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81225"/>
          </a:solidFill>
          <a:ln w="12700">
            <a:solidFill>
              <a:srgbClr val="18122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report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YTD, prior year and YoY checked against each other on the validation page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150876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8862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sales (6)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219456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 Price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Freight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Including Freight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80960" y="150876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5528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&amp; customers (5)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9456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11880" y="388620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88620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intelligence (5)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45720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YTD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PY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PY DATEADD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YoY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YoY 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80960" y="388620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95528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(1)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45720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 by Category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insights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Influencers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what drives a low review (score 2 or below) on delivered orders.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617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delivery delay days, freight value, price and customer state.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783080"/>
            <a:ext cx="777240" cy="77724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22" y="19851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Narrative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plain-language summary of the page automatically.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4617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 the Product page to describe the top-selling categories.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13816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8200" y="1783080"/>
            <a:ext cx="777240" cy="7772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282" y="198516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582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84582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4582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revenue line into the future.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45820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458200" y="4617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the Revenue Trend chart of Business Performance.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5577840"/>
            <a:ext cx="11109960" cy="548640"/>
          </a:xfrm>
          <a:prstGeom prst="roundRect">
            <a:avLst>
              <a:gd name="adj" fmla="val 20000"/>
            </a:avLst>
          </a:prstGeom>
          <a:solidFill>
            <a:srgbClr val="FBE3F2"/>
          </a:solidFill>
          <a:ln w="12700">
            <a:solidFill>
              <a:srgbClr val="FBE3F2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7724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next: anomaly detection on revenue and drill-through detail pages for categories and states.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what the project solves and analyzes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combined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visuals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1540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1540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2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on Home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solves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7033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10 separate tables into one interactive report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revenue, orders and growth without manual calculation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what pushes customers to leave low reviews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4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analyzes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37033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trend, forecast and year-over-year growth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geography, payment types and repeat buying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sales, pricing and ratings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low reviews using AI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6471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74520" y="1874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Drill-through pages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874520" y="2697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category or state to open a detail page.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06471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1874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697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spikes and drops in the revenue trend.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06240"/>
            <a:ext cx="731520" cy="731520"/>
          </a:xfrm>
          <a:prstGeom prst="ellipse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3964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to Power BI Service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874520" y="5029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report online with scheduled data refresh.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DF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396435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for questions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5029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 once Q&amp;A is retired in December 2026.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188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discuss any part of the project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393192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434340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45098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and DAX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434840" y="393192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09160" y="434340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450982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046720" y="393192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261D3D"/>
          </a:solidFill>
          <a:ln w="12700">
            <a:solidFill>
              <a:srgbClr val="261D3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21040" y="4343400"/>
            <a:ext cx="640080" cy="640080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450982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4400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Pandey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  ·  Power BI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Revenue Performance Analysis</dc:title>
  <dc:subject>PptxGenJS Presentation</dc:subject>
  <dc:creator>Harshit Pandey</dc:creator>
  <cp:lastModifiedBy>Harshit Pandey</cp:lastModifiedBy>
  <cp:revision>1</cp:revision>
  <dcterms:created xsi:type="dcterms:W3CDTF">2026-09-30T19:42:37Z</dcterms:created>
  <dcterms:modified xsi:type="dcterms:W3CDTF">2026-09-30T19:42:37Z</dcterms:modified>
</cp:coreProperties>
</file>